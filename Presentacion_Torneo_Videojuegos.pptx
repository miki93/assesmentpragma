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178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0645" y="0"/>
            <a:ext cx="5746451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60646" y="-6"/>
            <a:ext cx="8783354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45406" y="857251"/>
            <a:ext cx="3560460" cy="30980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800" b="1">
                <a:solidFill>
                  <a:srgbClr val="00C8FF"/>
                </a:solidFill>
              </a:defRPr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Assesment Proyecto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800" b="1">
                <a:solidFill>
                  <a:srgbClr val="00C8FF"/>
                </a:solidFill>
              </a:defRPr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Plataforma</a:t>
            </a:r>
            <a:b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Torneo de Videojuegos</a:t>
            </a:r>
          </a:p>
        </p:txBody>
      </p:sp>
      <p:sp>
        <p:nvSpPr>
          <p:cNvPr id="1050" name="Rectangle 1042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20797" y="1034794"/>
            <a:ext cx="2502408" cy="9143999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45406" y="4756265"/>
            <a:ext cx="3294958" cy="12444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2600">
                <a:solidFill>
                  <a:srgbClr val="B4B4FF"/>
                </a:solidFill>
              </a:defRPr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API Serverless • AWS • Seguridad •DevOps • Monitoreo</a:t>
            </a:r>
          </a:p>
        </p:txBody>
      </p:sp>
      <p:sp>
        <p:nvSpPr>
          <p:cNvPr id="1051" name="Oval 1044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2941" y="1062544"/>
            <a:ext cx="356712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AWS Partner PRAGMA">
            <a:extLst>
              <a:ext uri="{FF2B5EF4-FFF2-40B4-BE49-F238E27FC236}">
                <a16:creationId xmlns:a16="http://schemas.microsoft.com/office/drawing/2014/main" id="{99B4B968-F4D2-6394-342E-ED94D2FF8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90419" y="2735425"/>
            <a:ext cx="2802873" cy="140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Arquitectura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lang="es-PE" dirty="0"/>
              <a:t>• </a:t>
            </a:r>
            <a:r>
              <a:rPr dirty="0" err="1"/>
              <a:t>Arquitectura</a:t>
            </a:r>
            <a:r>
              <a:rPr dirty="0"/>
              <a:t> </a:t>
            </a:r>
            <a:r>
              <a:rPr lang="es-MX" dirty="0"/>
              <a:t>basada en AWS</a:t>
            </a:r>
            <a:r>
              <a:rPr dirty="0"/>
              <a:t>:</a:t>
            </a:r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• API Gateway con 15 </a:t>
            </a:r>
            <a:r>
              <a:rPr dirty="0" err="1"/>
              <a:t>operaciones</a:t>
            </a:r>
            <a:r>
              <a:rPr dirty="0"/>
              <a:t> REST.</a:t>
            </a:r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• Lambda Functions para </a:t>
            </a:r>
            <a:r>
              <a:rPr dirty="0" err="1"/>
              <a:t>lógica</a:t>
            </a:r>
            <a:r>
              <a:rPr dirty="0"/>
              <a:t> modular </a:t>
            </a:r>
            <a:r>
              <a:rPr dirty="0" err="1"/>
              <a:t>escalable</a:t>
            </a:r>
            <a:r>
              <a:rPr dirty="0"/>
              <a:t>.</a:t>
            </a:r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• DynamoDB </a:t>
            </a:r>
            <a:r>
              <a:rPr dirty="0" err="1"/>
              <a:t>como</a:t>
            </a:r>
            <a:r>
              <a:rPr dirty="0"/>
              <a:t> base de </a:t>
            </a:r>
            <a:r>
              <a:rPr dirty="0" err="1"/>
              <a:t>datos</a:t>
            </a:r>
            <a:r>
              <a:rPr dirty="0"/>
              <a:t> NoSQL.</a:t>
            </a:r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• CloudWatch para </a:t>
            </a:r>
            <a:r>
              <a:rPr dirty="0" err="1"/>
              <a:t>auditoría</a:t>
            </a:r>
            <a:r>
              <a:rPr dirty="0"/>
              <a:t> y </a:t>
            </a:r>
            <a:r>
              <a:rPr dirty="0" err="1"/>
              <a:t>monitoreo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real.</a:t>
            </a:r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• IAM con </a:t>
            </a:r>
            <a:r>
              <a:rPr dirty="0" err="1"/>
              <a:t>políticas</a:t>
            </a:r>
            <a:r>
              <a:rPr dirty="0"/>
              <a:t> de </a:t>
            </a:r>
            <a:r>
              <a:rPr dirty="0" err="1"/>
              <a:t>mínimo</a:t>
            </a:r>
            <a:r>
              <a:rPr dirty="0"/>
              <a:t> privilegio y AWS Signature v4.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dirty="0" err="1"/>
              <a:t>Arquitectura</a:t>
            </a:r>
            <a:endParaRPr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88247A9-F74A-DAE1-CD3B-6C6A96723E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71" r="45755" b="16651"/>
          <a:stretch>
            <a:fillRect/>
          </a:stretch>
        </p:blipFill>
        <p:spPr>
          <a:xfrm>
            <a:off x="1591976" y="1537705"/>
            <a:ext cx="6111350" cy="49036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AWS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🟦 API Gateway – Entrada de </a:t>
            </a:r>
            <a:r>
              <a:rPr dirty="0" err="1"/>
              <a:t>servicios</a:t>
            </a:r>
            <a:r>
              <a:rPr dirty="0"/>
              <a:t> 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🟧 AWS Lambda – </a:t>
            </a:r>
            <a:r>
              <a:rPr dirty="0" err="1"/>
              <a:t>Lógica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 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🟩 DynamoDB – </a:t>
            </a:r>
            <a:r>
              <a:rPr dirty="0" err="1"/>
              <a:t>Persistencia</a:t>
            </a:r>
            <a:r>
              <a:rPr dirty="0"/>
              <a:t> NoSQL 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🟨 CloudWatch – Logs, </a:t>
            </a:r>
            <a:r>
              <a:rPr dirty="0" err="1"/>
              <a:t>monitoreo</a:t>
            </a:r>
            <a:r>
              <a:rPr dirty="0"/>
              <a:t> y </a:t>
            </a:r>
            <a:r>
              <a:rPr dirty="0" err="1"/>
              <a:t>métricas</a:t>
            </a:r>
            <a:r>
              <a:rPr dirty="0"/>
              <a:t> 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🟥 IAM – </a:t>
            </a:r>
            <a:r>
              <a:rPr dirty="0" err="1"/>
              <a:t>Seguridad</a:t>
            </a:r>
            <a:r>
              <a:rPr dirty="0"/>
              <a:t>, roles, </a:t>
            </a:r>
            <a:r>
              <a:rPr dirty="0" err="1"/>
              <a:t>firmas</a:t>
            </a:r>
            <a:r>
              <a:rPr dirty="0"/>
              <a:t> SigV4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🟪 Postman</a:t>
            </a:r>
            <a:r>
              <a:rPr lang="es-MX" dirty="0"/>
              <a:t> </a:t>
            </a:r>
            <a:r>
              <a:rPr dirty="0"/>
              <a:t>– </a:t>
            </a:r>
            <a:r>
              <a:rPr dirty="0" err="1"/>
              <a:t>Pruebas</a:t>
            </a:r>
            <a:r>
              <a:rPr dirty="0"/>
              <a:t> y </a:t>
            </a:r>
            <a:r>
              <a:rPr dirty="0" err="1"/>
              <a:t>consumo</a:t>
            </a:r>
            <a:r>
              <a:rPr dirty="0"/>
              <a:t> del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Modelo de Base de Datos DynamoDB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lang="es-PE" dirty="0"/>
              <a:t>• </a:t>
            </a:r>
            <a:r>
              <a:rPr dirty="0" err="1"/>
              <a:t>Tablas</a:t>
            </a:r>
            <a:r>
              <a:rPr dirty="0"/>
              <a:t> </a:t>
            </a:r>
            <a:r>
              <a:rPr dirty="0" err="1"/>
              <a:t>optimizadas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dominio</a:t>
            </a:r>
            <a:r>
              <a:rPr dirty="0"/>
              <a:t>:</a:t>
            </a:r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• Tournaments – </a:t>
            </a:r>
            <a:r>
              <a:rPr dirty="0" err="1"/>
              <a:t>Información</a:t>
            </a:r>
            <a:r>
              <a:rPr dirty="0"/>
              <a:t> completa del </a:t>
            </a:r>
            <a:r>
              <a:rPr dirty="0" err="1"/>
              <a:t>torneo</a:t>
            </a:r>
            <a:r>
              <a:rPr dirty="0"/>
              <a:t>.</a:t>
            </a:r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• Tickets – </a:t>
            </a:r>
            <a:r>
              <a:rPr dirty="0" err="1"/>
              <a:t>Gestión</a:t>
            </a:r>
            <a:r>
              <a:rPr dirty="0"/>
              <a:t> de entradas, </a:t>
            </a:r>
            <a:r>
              <a:rPr dirty="0" err="1"/>
              <a:t>estado</a:t>
            </a:r>
            <a:r>
              <a:rPr dirty="0"/>
              <a:t> y </a:t>
            </a:r>
            <a:r>
              <a:rPr dirty="0" err="1"/>
              <a:t>validación</a:t>
            </a:r>
            <a:r>
              <a:rPr dirty="0"/>
              <a:t>.</a:t>
            </a:r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• Views – </a:t>
            </a:r>
            <a:r>
              <a:rPr dirty="0" err="1"/>
              <a:t>Accesos</a:t>
            </a:r>
            <a:r>
              <a:rPr dirty="0"/>
              <a:t> de </a:t>
            </a:r>
            <a:r>
              <a:rPr dirty="0" err="1"/>
              <a:t>espectadores</a:t>
            </a:r>
            <a:r>
              <a:rPr dirty="0"/>
              <a:t>.</a:t>
            </a:r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• Users – </a:t>
            </a:r>
            <a:r>
              <a:rPr dirty="0" err="1"/>
              <a:t>Espectadores</a:t>
            </a:r>
            <a:r>
              <a:rPr dirty="0"/>
              <a:t>, </a:t>
            </a:r>
            <a:r>
              <a:rPr dirty="0" err="1"/>
              <a:t>jugadores</a:t>
            </a:r>
            <a:r>
              <a:rPr dirty="0"/>
              <a:t>, </a:t>
            </a:r>
            <a:r>
              <a:rPr dirty="0" err="1"/>
              <a:t>administradores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15 Operaciones 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Torneos</a:t>
            </a:r>
            <a:r>
              <a:rPr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- GET/POST/DELETE/PUBLISH/NOTIFICATIONS/SUBADMINS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Tickets: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- CREATE/GET/VALIDATE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Vistas: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- CREATE/GET/JOIN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 err="1"/>
              <a:t>Usuarios</a:t>
            </a:r>
            <a:r>
              <a:rPr dirty="0"/>
              <a:t>: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rPr dirty="0"/>
              <a:t>- CREATE/GET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Seguridad y 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• AWS Signature v4 </a:t>
            </a:r>
            <a:r>
              <a:rPr dirty="0" err="1"/>
              <a:t>obligatorio</a:t>
            </a:r>
            <a:endParaRPr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• IAM Roles de </a:t>
            </a:r>
            <a:r>
              <a:rPr dirty="0" err="1"/>
              <a:t>mínimo</a:t>
            </a:r>
            <a:r>
              <a:rPr dirty="0"/>
              <a:t> privilegio</a:t>
            </a:r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• HTTPS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API</a:t>
            </a:r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• </a:t>
            </a:r>
            <a:r>
              <a:rPr dirty="0" err="1"/>
              <a:t>Validación</a:t>
            </a:r>
            <a:r>
              <a:rPr dirty="0"/>
              <a:t> de entrada </a:t>
            </a:r>
            <a:r>
              <a:rPr dirty="0" err="1"/>
              <a:t>estricta</a:t>
            </a:r>
            <a:endParaRPr dirty="0"/>
          </a:p>
          <a:p>
            <a:pPr marL="0" indent="0">
              <a:buNone/>
              <a:defRPr sz="2200">
                <a:solidFill>
                  <a:srgbClr val="E6F0FF"/>
                </a:solidFill>
              </a:defRPr>
            </a:pPr>
            <a:r>
              <a:rPr dirty="0"/>
              <a:t>• API Gateway </a:t>
            </a:r>
            <a:r>
              <a:rPr dirty="0" err="1"/>
              <a:t>funciona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middleware de </a:t>
            </a:r>
            <a:r>
              <a:rPr dirty="0" err="1"/>
              <a:t>integración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237</Words>
  <Application>Microsoft Office PowerPoint</Application>
  <PresentationFormat>Presentación en pantalla (4:3)</PresentationFormat>
  <Paragraphs>44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Arquitectura General</vt:lpstr>
      <vt:lpstr>Arquitectura</vt:lpstr>
      <vt:lpstr>AWS Components</vt:lpstr>
      <vt:lpstr>Modelo de Base de Datos DynamoDB</vt:lpstr>
      <vt:lpstr>15 Operaciones REST</vt:lpstr>
      <vt:lpstr>Seguridad y Middleware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ALUMNO - JUAN MIGUEL ROJAS LAVADO</cp:lastModifiedBy>
  <cp:revision>2</cp:revision>
  <dcterms:created xsi:type="dcterms:W3CDTF">2013-01-27T09:14:16Z</dcterms:created>
  <dcterms:modified xsi:type="dcterms:W3CDTF">2025-11-26T17:31:58Z</dcterms:modified>
  <cp:category/>
</cp:coreProperties>
</file>